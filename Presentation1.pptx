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2B76-37B4-F30D-AD2E-F3131C55E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1B5C71-FB38-AA0E-C9D8-6200C66C0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BE332-12B7-3ECB-E200-0C976415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C6ECD-B47C-1A7F-BA2B-00CE7AE6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8533B-D0CA-1725-19C4-5AF3CCB2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9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440A-611B-A9EF-431F-7D98D5D9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B08C1-B45F-56AC-6E0E-3AC2D52C9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F7C35-535B-3370-D476-3346FF3D8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D654E-3CF5-0E32-4A6A-B0D67A21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B7010-5228-90B2-95F8-3D276A31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8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7F64-D3BF-0762-EBF0-8816F840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B82D5-95AB-74F3-5107-28DDDE879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EAF32-73BF-2618-D80B-47CFFF3F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9A2D1-8C76-47F0-5CB7-5EDB9237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156D8-3554-87B8-C41E-0959779D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7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86A8-EDF2-1A07-B24B-F74F748B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A5B6A-3C06-8EB8-93B6-7104DCE9D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32526-1629-C19A-FBAF-B0B179372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89D9F-3564-BC09-7463-60F6C325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73AA3-DC3D-03BB-FCDA-534746F2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49933-8087-D445-26E9-06C04DFF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7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68028-CB21-F098-436E-B0035487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534F5-F7B8-9A92-0CF0-E4ED7644B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75009-E07B-D649-833D-35181C7D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D89CF-5EC0-94EA-CB94-A4A9D0539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44FE8-D529-54FC-DE3A-9D941833C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11B0C-493F-B865-12C2-79106C8D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1972C-0FB0-D896-A4B8-0A167B6F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8096E-A768-0491-602C-A2FD5472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6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7282-408A-981C-14D1-8E015305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17E7E-8A85-855E-8255-9796549F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861F9-BD98-E131-C403-28FEC5F7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8535D-3E23-598E-9420-C36136F2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1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F3392-77E7-6729-1281-C84432C7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E75FD3-8DE2-FFFD-4B46-CEEB0559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32FEA-0755-F0DB-438F-6F39CAB1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3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6843-34B1-2F09-6301-242247399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65D14-C512-F0CE-A194-7DF975938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86650-0DD7-D342-676B-A495FE854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ACB76-FD42-B302-36B1-76AC0022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FFC10-7200-A15F-6ACF-BA98443E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2F4B0-D86F-2255-0940-0EE3858F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8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7871F-C601-C4EB-27BC-CBD3A93E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63D30-A7E2-19CC-85B7-AC94FD9175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5861E-9527-A7D3-17E1-FD33A6B70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29613-8611-169A-F8C8-C0833947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3E74E-3359-CCF3-A458-02865209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4C650-6306-98E1-8302-A663EB2A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0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4311-CC6C-DED2-FADF-C3ED92CD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3ADDC-0F2A-7A41-78B4-97022F9A9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0CF68-D706-904F-C44D-171A7178C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52147-8261-144E-71EA-B0E64F3A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C61DF-869C-B3C3-7790-E7D4CAD6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8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043F96-0D8A-69E5-7CC1-44962892D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B3D84-ED46-9505-4C7E-E87A58351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A6D00-A414-122A-3A9B-0D906946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427BF-EBD6-098E-78F6-1E5D6627D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E8F73-F74F-95E2-A55B-78B4AB59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1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19786-4236-7EA1-975C-CFED43D7B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4BEEA-64EB-CD15-A7FD-F059D8DB4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BDB9C-DC58-750A-CE25-FDA7FC287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8EEF0-FF34-4837-A1D8-26E7FC573D6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9B2D2-852E-39D8-6D87-3D63919DC6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701F-D682-83E2-5B30-554744B34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1FAF9-F178-45C0-AE6F-4F4AC534B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2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4E4466-B345-85D5-7851-26763532C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8438"/>
            <a:ext cx="12192000" cy="532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0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4D9B4-FE80-74CC-B03A-A8A093B2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7ED9E-E823-F8C4-248D-4DB255F3A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376"/>
            <a:ext cx="12192000" cy="527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30D63-69E9-71C1-E772-2A663D472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0DF41F-C32D-F262-DDC2-0513C6B3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934"/>
            <a:ext cx="12192000" cy="501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A7C4-5CE7-4F54-DC7A-5479A855F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5BE53A-D58C-3C14-A0BF-9D4568A76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053"/>
            <a:ext cx="12192000" cy="519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7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3BE3A-07DB-2351-48D8-FD6E4025A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90039C-0287-E20C-00BF-D70C932E6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178"/>
            <a:ext cx="12192000" cy="541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9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8173-F23A-5E37-4E3C-F261C6AC6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C92EFE-8B6F-6FDB-1E83-3BE3A8EB7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073"/>
            <a:ext cx="12192000" cy="530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13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D92E-A688-B002-1B15-C0211DCA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C14D80-C6E5-D2FC-DFAB-6FE342543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306"/>
            <a:ext cx="12192000" cy="533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44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84903-18F4-72A0-422F-A97FD029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8EDB2-740D-1B6E-38A2-C6662091B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0"/>
            <a:ext cx="12192000" cy="507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7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C7DA-157D-D6DC-A01C-15614258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92B08D-64BC-FEA6-C8F9-60C8F32B7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596"/>
            <a:ext cx="12192000" cy="533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26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AC34-EB99-9410-B455-2C47C161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26C72-2AED-D6EE-6079-3C9C28F12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7119"/>
            <a:ext cx="12192000" cy="536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06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B92A-69ED-C25C-E710-E7AA7C51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10B27D-DA79-F875-D72F-97FF6C5DD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5006"/>
            <a:ext cx="12192000" cy="528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4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05D2D-BE99-FC29-7A42-DEE14507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99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632D1-C8FC-64E7-2F4D-D2D2E0C64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921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C041E-9B12-85F8-75DF-598E7220A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230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21DB-1671-70A8-8F23-10CBE66B4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855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1361-131D-6E7E-29D1-347DFE5B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57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Mendes, Jean [JRDUS Non-J&amp;J]</dc:creator>
  <cp:lastModifiedBy>Mendes, Jean [JRDUS Non-J&amp;J]</cp:lastModifiedBy>
  <cp:revision>1</cp:revision>
  <dcterms:created xsi:type="dcterms:W3CDTF">2026-09-09T12:22:07Z</dcterms:created>
  <dcterms:modified xsi:type="dcterms:W3CDTF">2026-09-09T12:36:06Z</dcterms:modified>
</cp:coreProperties>
</file>